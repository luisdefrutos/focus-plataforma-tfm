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0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luisdefrutos/focus-plataforma-tfm" TargetMode="External"/><Relationship Id="rId4" Type="http://schemas.openxmlformats.org/officeDocument/2006/relationships/hyperlink" Target="https://focus-plataforma-tfm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114800"/>
            <a:ext cx="8128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000" dirty="0">
                <a:solidFill>
                  <a:srgbClr val="FFFFFF"/>
                </a:solidFill>
              </a:rPr>
              <a:t>🌍 URL de </a:t>
            </a:r>
            <a:r>
              <a:rPr sz="2000" dirty="0" err="1">
                <a:solidFill>
                  <a:srgbClr val="FFFFFF"/>
                </a:solidFill>
              </a:rPr>
              <a:t>Producción</a:t>
            </a:r>
            <a:r>
              <a:rPr sz="2000" dirty="0">
                <a:solidFill>
                  <a:srgbClr val="FFFFFF"/>
                </a:solidFill>
              </a:rPr>
              <a:t>: </a:t>
            </a:r>
            <a:r>
              <a:rPr sz="2000" dirty="0">
                <a:solidFill>
                  <a:srgbClr val="60A5FA"/>
                </a:solidFill>
                <a:hlinkClick r:id="rId4"/>
              </a:rPr>
              <a:t>focus-</a:t>
            </a:r>
            <a:r>
              <a:rPr sz="2000" dirty="0" err="1">
                <a:solidFill>
                  <a:srgbClr val="60A5FA"/>
                </a:solidFill>
                <a:hlinkClick r:id="rId4"/>
              </a:rPr>
              <a:t>plataforma</a:t>
            </a:r>
            <a:r>
              <a:rPr sz="2000" dirty="0">
                <a:solidFill>
                  <a:srgbClr val="60A5FA"/>
                </a:solidFill>
                <a:hlinkClick r:id="rId4"/>
              </a:rPr>
              <a:t>-</a:t>
            </a:r>
            <a:r>
              <a:rPr sz="2000" dirty="0" err="1">
                <a:solidFill>
                  <a:srgbClr val="60A5FA"/>
                </a:solidFill>
                <a:hlinkClick r:id="rId4"/>
              </a:rPr>
              <a:t>tfm.vercel.app</a:t>
            </a:r>
            <a:endParaRPr sz="2000" dirty="0">
              <a:solidFill>
                <a:srgbClr val="60A5FA"/>
              </a:solidFill>
              <a:hlinkClick r:id="rId4"/>
            </a:endParaRPr>
          </a:p>
          <a:p>
            <a:endParaRPr sz="2000" dirty="0">
              <a:solidFill>
                <a:srgbClr val="60A5FA"/>
              </a:solidFill>
              <a:hlinkClick r:id="rId4"/>
            </a:endParaRPr>
          </a:p>
          <a:p>
            <a:r>
              <a:rPr sz="2000" dirty="0">
                <a:solidFill>
                  <a:srgbClr val="FFFFFF"/>
                </a:solidFill>
              </a:rPr>
              <a:t>💻 </a:t>
            </a:r>
            <a:r>
              <a:rPr sz="2000" dirty="0" err="1">
                <a:solidFill>
                  <a:srgbClr val="FFFFFF"/>
                </a:solidFill>
              </a:rPr>
              <a:t>Repositorio</a:t>
            </a:r>
            <a:r>
              <a:rPr sz="2000" dirty="0">
                <a:solidFill>
                  <a:srgbClr val="FFFFFF"/>
                </a:solidFill>
              </a:rPr>
              <a:t> de Código: </a:t>
            </a:r>
            <a:r>
              <a:rPr sz="2000" dirty="0">
                <a:solidFill>
                  <a:srgbClr val="60A5FA"/>
                </a:solidFill>
                <a:hlinkClick r:id="rId5"/>
              </a:rPr>
              <a:t>github.com/</a:t>
            </a:r>
            <a:r>
              <a:rPr sz="2000" dirty="0" err="1">
                <a:solidFill>
                  <a:srgbClr val="60A5FA"/>
                </a:solidFill>
                <a:hlinkClick r:id="rId5"/>
              </a:rPr>
              <a:t>luisdefrutos</a:t>
            </a:r>
            <a:r>
              <a:rPr sz="2000" dirty="0">
                <a:solidFill>
                  <a:srgbClr val="60A5FA"/>
                </a:solidFill>
                <a:hlinkClick r:id="rId5"/>
              </a:rPr>
              <a:t>/focus-</a:t>
            </a:r>
            <a:r>
              <a:rPr sz="2000" dirty="0" err="1">
                <a:solidFill>
                  <a:srgbClr val="60A5FA"/>
                </a:solidFill>
                <a:hlinkClick r:id="rId5"/>
              </a:rPr>
              <a:t>plataforma</a:t>
            </a:r>
            <a:r>
              <a:rPr sz="2000" dirty="0">
                <a:solidFill>
                  <a:srgbClr val="60A5FA"/>
                </a:solidFill>
                <a:hlinkClick r:id="rId5"/>
              </a:rPr>
              <a:t>-</a:t>
            </a:r>
            <a:r>
              <a:rPr sz="2000" dirty="0" err="1">
                <a:solidFill>
                  <a:srgbClr val="60A5FA"/>
                </a:solidFill>
                <a:hlinkClick r:id="rId5"/>
              </a:rPr>
              <a:t>tfm</a:t>
            </a:r>
            <a:endParaRPr sz="2000" dirty="0">
              <a:solidFill>
                <a:srgbClr val="60A5FA"/>
              </a:solidFill>
              <a:hlinkClick r:id="rId5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Office PowerPoint</Application>
  <PresentationFormat>Panorámica</PresentationFormat>
  <Paragraphs>15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</dc:title>
  <dc:subject>PptxGenJS Presentation</dc:subject>
  <dc:creator>Created by Marp</dc:creator>
  <cp:lastModifiedBy>LUIS DE FRUTOS DURAN</cp:lastModifiedBy>
  <cp:revision>2</cp:revision>
  <dcterms:created xsi:type="dcterms:W3CDTF">2026-06-29T19:33:00Z</dcterms:created>
  <dcterms:modified xsi:type="dcterms:W3CDTF">2026-06-29T19:36:35Z</dcterms:modified>
</cp:coreProperties>
</file>